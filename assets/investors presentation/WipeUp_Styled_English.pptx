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WipeUp: The Future of Personal Hygiene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Interactive FAQ (Investor &amp; Customer Insights)</a:t>
            </a:r>
          </a:p>
          <a:p>
            <a:pPr>
              <a:defRPr sz="2000"/>
            </a:pPr>
            <a:r>
              <a:t>Lowering entry barriers and explaining technological uniqueness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Technical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Spiral Path (450mm+)</a:t>
            </a:r>
          </a:p>
          <a:p>
            <a:pPr>
              <a:defRPr sz="2000"/>
            </a:pPr>
            <a:r>
              <a:t>Micro-mist (30–50 microns)</a:t>
            </a:r>
          </a:p>
          <a:p>
            <a:pPr>
              <a:defRPr sz="2000"/>
            </a:pPr>
            <a:r>
              <a:t>23° hidden ceramic blade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Round / Rectangular design</a:t>
            </a:r>
          </a:p>
          <a:p>
            <a:pPr>
              <a:defRPr sz="2000"/>
            </a:pPr>
            <a:r>
              <a:t>4-ply premium paper</a:t>
            </a:r>
          </a:p>
          <a:p>
            <a:pPr>
              <a:defRPr sz="2000"/>
            </a:pPr>
            <a:r>
              <a:t>2 AA Lithium batteries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IPX4 water-resistant</a:t>
            </a:r>
          </a:p>
          <a:p>
            <a:pPr>
              <a:defRPr sz="2000"/>
            </a:pPr>
            <a:r>
              <a:t>Conformal coating</a:t>
            </a:r>
          </a:p>
          <a:p>
            <a:pPr>
              <a:defRPr sz="2000"/>
            </a:pPr>
            <a:r>
              <a:t>Electronic isolation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Razor &amp; Blades model</a:t>
            </a:r>
          </a:p>
          <a:p>
            <a:pPr>
              <a:defRPr sz="2000"/>
            </a:pPr>
            <a:r>
              <a:t>Hardware ~$50</a:t>
            </a:r>
          </a:p>
          <a:p>
            <a:pPr>
              <a:defRPr sz="2000"/>
            </a:pPr>
            <a:r>
              <a:t>ARR ~$88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Lock-in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Proprietary sleeve</a:t>
            </a:r>
          </a:p>
          <a:p>
            <a:pPr>
              <a:defRPr sz="2000"/>
            </a:pPr>
            <a:r>
              <a:t>Sensor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GTM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USA &amp; Israel</a:t>
            </a:r>
          </a:p>
          <a:p>
            <a:pPr>
              <a:defRPr sz="2000"/>
            </a:pPr>
            <a:r>
              <a:t>B2B2C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Financial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2.4M NIS pre-money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Investment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$20K for 1%</a:t>
            </a:r>
          </a:p>
          <a:p>
            <a:pPr>
              <a:defRPr sz="2000"/>
            </a:pPr>
            <a:r>
              <a:t>Increase post-prototype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Funding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CAPEX</a:t>
            </a:r>
          </a:p>
          <a:p>
            <a:pPr>
              <a:defRPr sz="2000"/>
            </a:pPr>
            <a:r>
              <a:t>Prototype</a:t>
            </a:r>
          </a:p>
          <a:p>
            <a:pPr>
              <a:defRPr sz="2000"/>
            </a:pPr>
            <a:r>
              <a:t>Patents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Funding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~320K NIS invested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IP &amp; Regulatory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Patent 327637</a:t>
            </a:r>
          </a:p>
          <a:p>
            <a:pPr>
              <a:defRPr sz="2000"/>
            </a:pPr>
            <a:r>
              <a:t>CE, FCC, FDA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Patent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Pediatric</a:t>
            </a:r>
          </a:p>
          <a:p>
            <a:pPr>
              <a:defRPr sz="2000"/>
            </a:pPr>
            <a:r>
              <a:t>Institutional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Team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Team</a:t>
            </a:r>
          </a:p>
          <a:p>
            <a:pPr>
              <a:defRPr sz="2000"/>
            </a:pPr>
            <a:r>
              <a:t>12–18 months to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